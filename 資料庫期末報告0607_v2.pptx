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🎰  拉霸機 Web 專案  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資料庫期末報告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+ SQLite 全端實作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17520" y="3090672"/>
            <a:ext cx="3108960" cy="658368"/>
          </a:xfrm>
          <a:prstGeom prst="rect">
            <a:avLst/>
          </a:prstGeom>
          <a:solidFill>
            <a:srgbClr val="1E253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30906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班級：資科一A　　學號：14173115　　姓名：周子謙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3931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資料庫管理系統 期末專案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按下拉桿後發生的事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1572768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78992"/>
            <a:ext cx="15727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8249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玩家按下拉桿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" y="206654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前端觸發 startSpin()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176479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1078992"/>
            <a:ext cx="1572768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5960" y="1078992"/>
            <a:ext cx="1572768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168249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先扣注碼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0824" y="206654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/api/update_balance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後端更新 SQLite 餘額欄位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38728" y="176479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1078992"/>
            <a:ext cx="1572768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1078992"/>
            <a:ext cx="1572768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49040" y="168249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抽出3個結果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58184" y="206654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/api/spin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後端執行3次獨立隨機，各回傳1筆符號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76088" y="176479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1078992"/>
            <a:ext cx="1572768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805A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0680" y="1078992"/>
            <a:ext cx="1572768" cy="54864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0" y="168249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播放動畫 + 計算獎金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95544" y="206654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前端跑轉盤動畫（約7秒）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同時加總各符號的獎金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13448" y="176479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78040" y="1078992"/>
            <a:ext cx="1572768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78040" y="1078992"/>
            <a:ext cx="1572768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223760" y="168249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中獎就加錢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32904" y="206654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/api/update_balance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後端把獎金加回餘額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035808"/>
            <a:ext cx="859536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 / 註冊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3438144"/>
            <a:ext cx="182880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4381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玩家輸入帳密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57400" y="34930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▶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50008" y="3438144"/>
            <a:ext cx="182880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0008" y="34381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/api/login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78808" y="34930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71416" y="3438144"/>
            <a:ext cx="182880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71416" y="34381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查詢比對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34930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92824" y="3438144"/>
            <a:ext cx="182880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92824" y="34381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 → 跳轉遊戲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3438144"/>
            <a:ext cx="86868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43814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按下排行榜按鈕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760720" y="349300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75020" y="3438144"/>
            <a:ext cx="86868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5020" y="343814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/api/rank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43700" y="349300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0" y="3438144"/>
            <a:ext cx="86868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343814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撈全部玩家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726680" y="349300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▶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840980" y="3438144"/>
            <a:ext cx="868680" cy="475488"/>
          </a:xfrm>
          <a:prstGeom prst="rect">
            <a:avLst/>
          </a:prstGeom>
          <a:solidFill>
            <a:srgbClr val="1C2533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40980" y="343814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前端排序顯示前5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2860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(JavaScript)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46888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後端 (Node.js / Express)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6928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 (SQLite)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2880" y="4160520"/>
            <a:ext cx="21945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23160" y="4160520"/>
            <a:ext cx="32004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23560" y="4160520"/>
            <a:ext cx="201168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拉霸機資料庫：常見設計方式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777240"/>
            <a:ext cx="41148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777240"/>
            <a:ext cx="411480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一般常見做法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26464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用很多張表格分開存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圖案表、轉輪設定表、連線規則表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各自獨立，彼此用 ID 關聯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21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要「排成線」才算中獎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水平線、斜線、Z字型都算各自的連線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沒排成線就拿不到獎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71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每個圖案出現機率不同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1455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可以設定珍稀圖案出現的機會特別低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讓大獎變得更難中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21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每一局的結果通常會存下來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8953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方便開發時追查哪裡出錯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以及檢視遊戲是否正常運作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777240"/>
            <a:ext cx="41148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777240"/>
            <a:ext cx="411480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777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本專案做法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1426464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只用 2 張表格搞定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拉霸機選項（圖案資訊）+ 玩家資料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不需要另外設計複雜的關聯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2176272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121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不用連線，出現就給錢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個轉盤各自顯示一個圖案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只要圖案出現，就依數量給獎（散件疊加）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926080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871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直接搖出結果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31455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每個圖案被抽到的機率都一樣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ORDER BY RANDOM() 各抽3次，可以重複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675888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621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盈虧在前端即時算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38953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玩家盈餘 = 目前餘額 − 10000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不需要另外開表格記錄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資料庫結構設計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期望值分析 (Expected Value)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每次下注 100 元，平均可以拿回多少？（基於修改後的抽獎機制）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33832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338328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0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抽獎方式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共 10 種符號，每種被抽到的機率一樣
</a:t>
            </a:r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</a:rPr>
              <a:t>→ 每種符號每次抽到的機率 = 1/10
</a:t>
            </a:r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3 個轉盤獨立各抽一次，所以同一個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符號有可能出現 2 次或 3 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960120"/>
            <a:ext cx="52120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960120"/>
            <a:ext cx="521208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960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同一符號出現 k 次的機率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1344168"/>
            <a:ext cx="5212080" cy="310896"/>
          </a:xfrm>
          <a:prstGeom prst="rect">
            <a:avLst/>
          </a:prstGeom>
          <a:solidFill>
            <a:srgbClr val="2D374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3441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出現次數 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3441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計算方式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3441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1344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對應獎項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655064"/>
            <a:ext cx="5212080" cy="329184"/>
          </a:xfrm>
          <a:prstGeom prst="rect">
            <a:avLst/>
          </a:prstGeom>
          <a:solidFill>
            <a:srgbClr val="1C2533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655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655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C(3,1)×(0.1)¹×(0.9)²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16550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1655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1984248"/>
            <a:ext cx="5212080" cy="329184"/>
          </a:xfrm>
          <a:prstGeom prst="rect">
            <a:avLst/>
          </a:prstGeom>
          <a:solidFill>
            <a:srgbClr val="1A1F2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984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984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C(3,2)×(0.1)²×(0.9)¹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1984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2313432"/>
            <a:ext cx="5212080" cy="329184"/>
          </a:xfrm>
          <a:prstGeom prst="rect">
            <a:avLst/>
          </a:prstGeom>
          <a:solidFill>
            <a:srgbClr val="1C2533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3134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3134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(0.1)³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3134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23134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jakapot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2724912"/>
            <a:ext cx="87782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5A3E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2724912"/>
            <a:ext cx="8778240" cy="384048"/>
          </a:xfrm>
          <a:prstGeom prst="rect">
            <a:avLst/>
          </a:prstGeom>
          <a:solidFill>
            <a:srgbClr val="5A3E9A"/>
          </a:solidFill>
          <a:ln w="12700">
            <a:solidFill>
              <a:srgbClr val="5A3E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272491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各符號獎金與期望貢獻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82880" y="3108960"/>
            <a:ext cx="8778240" cy="310896"/>
          </a:xfrm>
          <a:prstGeom prst="rect">
            <a:avLst/>
          </a:prstGeom>
          <a:solidFill>
            <a:srgbClr val="2D374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1089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31089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0" y="31089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3108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jakapot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108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數量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31089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每符號期望獎金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3419856"/>
            <a:ext cx="8778240" cy="457200"/>
          </a:xfrm>
          <a:prstGeom prst="rect">
            <a:avLst/>
          </a:prstGeom>
          <a:solidFill>
            <a:srgbClr val="1C2533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" y="3419856"/>
            <a:ext cx="54864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4198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🍎蘋果  🍌香蕉  🏎️跑車  💰金幣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34640" y="34198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0" y="34198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34198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34198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各4種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0" y="34198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5.626 × 4 = 22.5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2880" y="3877056"/>
            <a:ext cx="8778240" cy="457200"/>
          </a:xfrm>
          <a:prstGeom prst="rect">
            <a:avLst/>
          </a:prstGeom>
          <a:solidFill>
            <a:srgbClr val="1A1F2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" y="3877056"/>
            <a:ext cx="54864" cy="45720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8770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🦄獨角獸  🏰城堡  🚁直升機  🎈氣球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834640" y="38770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40480" y="38770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6320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0" y="38770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各4種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15200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10.177 × 4 = 40.7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2880" y="4334256"/>
            <a:ext cx="8778240" cy="457200"/>
          </a:xfrm>
          <a:prstGeom prst="rect">
            <a:avLst/>
          </a:prstGeom>
          <a:solidFill>
            <a:srgbClr val="1C2533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" y="4334256"/>
            <a:ext cx="54864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334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🎡嘉年華  ⭐星星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834640" y="4334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840480" y="4334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46320" y="43342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17000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94360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各2種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315200" y="43342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33.47 × 2 = 66.9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82880" y="4791456"/>
            <a:ext cx="8778240" cy="310896"/>
          </a:xfrm>
          <a:prstGeom prst="rect">
            <a:avLst/>
          </a:prstGeom>
          <a:solidFill>
            <a:srgbClr val="2D374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47914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834640" y="47914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840480" y="47914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—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846320" y="47914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—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943600" y="4791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10 種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00800" y="47914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 + 40.7 + 66.9 = 130.1 元  (RTP 130%)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主要功能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749808"/>
            <a:ext cx="278892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168" y="749808"/>
            <a:ext cx="27889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595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帳號登入 / 註冊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8470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打完帳號密碼送出去，後端去資料庫比對，對了就跳進遊戲，帳號重複的話會告訴你換一個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45536" y="749808"/>
            <a:ext cx="278892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45536" y="749808"/>
            <a:ext cx="27889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8595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🎰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36976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轉盤拉霸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36976" y="18470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按下拉桿，三個轉盤跑動畫，結果出來後自動算你贏多少錢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749808"/>
            <a:ext cx="278892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749808"/>
            <a:ext cx="278892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8595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💵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81344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餘額即時同步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1344" y="18470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按下去的瞬間就先扣注碼，中獎了才把獎金加回來，全程跟資料庫同步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2852928"/>
            <a:ext cx="278892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805A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852928"/>
            <a:ext cx="2788920" cy="54864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96265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292608" y="3584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自動拉霸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" y="39502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按一下就開始自動一直轉，錢不夠了會自己停，不用一直點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45536" y="2852928"/>
            <a:ext cx="278892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45536" y="2852928"/>
            <a:ext cx="278892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45536" y="296265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🏆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3236976" y="3584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36976" y="39502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點開就能看所有人的盈虧排名，前5名誰賺最多一目瞭然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9904" y="2852928"/>
            <a:ext cx="278892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319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2852928"/>
            <a:ext cx="2788920" cy="54864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9904" y="296265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📥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181344" y="3584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自訂下注金額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81344" y="39502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可以按 ▲▼ 慢慢調，也可以直接打數字，最低100元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8229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🎰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現場展示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拉霸機資料庫期末報告</dc:title>
  <dc:subject>PptxGenJS Presentation</dc:subject>
  <dc:creator>PptxGenJS</dc:creator>
  <cp:lastModifiedBy>PptxGenJS</cp:lastModifiedBy>
  <cp:revision>1</cp:revision>
  <dcterms:created xsi:type="dcterms:W3CDTF">2026-06-07T06:28:55Z</dcterms:created>
  <dcterms:modified xsi:type="dcterms:W3CDTF">2026-06-07T06:28:55Z</dcterms:modified>
</cp:coreProperties>
</file>