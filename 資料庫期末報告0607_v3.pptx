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339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45720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🎰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拉霸機 Web 專案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資料庫管理系統 期末報告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33101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3310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33101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310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33101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3101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資科一A　14173115　周子謙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536192" cy="228600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👆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按下拉桿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前端觸發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10512" y="164592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993392" y="960120"/>
            <a:ext cx="1536192" cy="22860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10" name="Text 8"/>
          <p:cNvSpPr/>
          <p:nvPr/>
        </p:nvSpPr>
        <p:spPr>
          <a:xfrm>
            <a:off x="1993392" y="10515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93392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</a:t>
            </a:r>
            <a:r>
              <a:rPr lang="zh-TW" alt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扣錢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45290" y="224028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</a:t>
            </a:r>
            <a:r>
              <a:rPr lang="en-US" sz="9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900" dirty="0" err="1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update_balance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9584" y="164592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712464" y="960120"/>
            <a:ext cx="1536192" cy="228600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10515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🎲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712464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抽出3個符號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58184" y="224028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/api/spin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各自獨立抽，可重複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48656" y="164592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31536" y="960120"/>
            <a:ext cx="1536192" cy="22860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10515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🎬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431536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動畫 + 計算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77256" y="224028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前端跑轉盤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算出本次獎金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7728" y="1645920"/>
            <a:ext cx="18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</a:rPr>
              <a:t>›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150608" y="960120"/>
            <a:ext cx="1536192" cy="228600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10515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150608" y="1828800"/>
            <a:ext cx="1536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中獎加錢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96328" y="224028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/api/update_balance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其他功能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54864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587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 / 註冊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38587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帳密 → POST /api/login → DB比對 → 跳轉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407408"/>
            <a:ext cx="54864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4074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44074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按鈕 → GET /api/rank → DB撈全部玩家 → 前端排序</a:t>
            </a:r>
            <a:endParaRPr lang="en-US" sz="11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8A687E9-4080-40A5-872E-BDF4046FD8DE}"/>
              </a:ext>
            </a:extLst>
          </p:cNvPr>
          <p:cNvSpPr/>
          <p:nvPr/>
        </p:nvSpPr>
        <p:spPr>
          <a:xfrm>
            <a:off x="186660" y="319378"/>
            <a:ext cx="118494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流程圖</a:t>
            </a:r>
            <a:endParaRPr lang="zh-TW" alt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資料庫設計方式比較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一般常見做法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用多張表格分開存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（圖案表、轉輪表、連線規則表）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258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要「排成線」才算中獎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0083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可以設定珍稀圖案機率更低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58184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7581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每一局結果通常都會存起來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914400"/>
            <a:ext cx="3931920" cy="393192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本專案做法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150876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508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只用 2 張表格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（拉霸機選項 + 玩家資料）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258568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2585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出現就給錢，不需要連線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（散件疊加機制）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3008376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30083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SQL RANDOM() 直接抽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每種符號機率相等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758184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766E"/>
                </a:solidFill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7581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玩家盈虧在前端即時計算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資料庫結構設計</a:t>
            </a:r>
            <a:endParaRPr lang="en-US" sz="26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E770489-3088-4F2A-B774-71EA79B35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835805" y="356956"/>
            <a:ext cx="3043491" cy="51435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5DB080A-E755-48E9-A286-358C6EBB4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79244" y="1324277"/>
            <a:ext cx="3043493" cy="32088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期望值分析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128016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RTP（玩家回收率）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560320" cy="12801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4.7%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莊家優勢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6032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24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4530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95.3 元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100 元平均回收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23160"/>
            <a:ext cx="8595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423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jakapot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期望貢獻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77063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770632"/>
            <a:ext cx="54864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77063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🍎蘋果  🍌香蕉  🏎️跑車  💰金幣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7706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0" y="27706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27706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77063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4.46 × 4 = 17.8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73552"/>
            <a:ext cx="8595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273552"/>
            <a:ext cx="54864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27355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🦄獨角獸  🏰城堡  🚁直升機  🎈氣球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3273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0" y="327355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2735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27355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8.70 × 4 = 34.8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776472"/>
            <a:ext cx="8595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776472"/>
            <a:ext cx="54864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77647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🎡嘉年華  ⭐星星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3776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0" y="37764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377647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37764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 × 2 = 42.7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279392"/>
            <a:ext cx="85953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27939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0" y="42793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89120" y="42793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427939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4279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17.8+34.8+42.7 = 95.3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各符號每次被抽到的機率均為 1/10，3 個轉盤各自獨立抽取（可重複）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8229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🎰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現場展示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主要功能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78308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847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帳號登入 / 註冊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帳號重複防呆，登入後跳轉遊戲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2112" y="1005840"/>
            <a:ext cx="2697480" cy="17830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11430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🎰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73552" y="1847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轉盤拉霸動畫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73552" y="22128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三輪依序停止，自動計算獎金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9904" y="1005840"/>
            <a:ext cx="2697480" cy="1783080"/>
          </a:xfrm>
          <a:prstGeom prst="rect">
            <a:avLst/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9904" y="114300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💵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81344" y="18470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餘額即時同步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1344" y="221284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扣注碼、加獎金全程連動資料庫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697480" cy="178308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🤖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65760" y="3813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自動拉霸模式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1788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一鍵連轉，錢不夠自動停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82112" y="2971800"/>
            <a:ext cx="2697480" cy="17830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82112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🏆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273552" y="3813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玩家排行榜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73552" y="41788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依盈虧排序，顯示前5名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2971800"/>
            <a:ext cx="2697480" cy="178308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blurRad="76200" dist="25400" dir="8100000" algn="bl" rotWithShape="0">
              <a:srgbClr val="94A3B8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9904" y="310896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📥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181344" y="38130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自訂下注金額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81344" y="41788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按鈕微調或直接輸入，最低100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257</Words>
  <Application>Microsoft Office PowerPoint</Application>
  <PresentationFormat>如螢幕大小 (16:9)</PresentationFormat>
  <Paragraphs>119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Arial Black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拉霸機資料庫期末報告</dc:title>
  <dc:subject>PptxGenJS Presentation</dc:subject>
  <dc:creator>PptxGenJS</dc:creator>
  <cp:lastModifiedBy>chchou</cp:lastModifiedBy>
  <cp:revision>5</cp:revision>
  <dcterms:created xsi:type="dcterms:W3CDTF">2026-06-07T06:39:44Z</dcterms:created>
  <dcterms:modified xsi:type="dcterms:W3CDTF">2026-06-07T07:17:39Z</dcterms:modified>
</cp:coreProperties>
</file>