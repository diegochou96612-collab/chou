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🎰  拉霸機 Web 專案  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資料庫期末報告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+ SQLite 全端實作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2D374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隨機抽獎引擎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3246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2D374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SQLite 資料庫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246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2D3748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玩家排行榜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3931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資料庫管理系統 期末專案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系統架構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743200" cy="4023360"/>
          </a:xfrm>
          <a:prstGeom prst="rect">
            <a:avLst/>
          </a:prstGeom>
          <a:solidFill>
            <a:srgbClr val="2A4A7F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2743200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前端 (Frontend)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/ CSS / 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拉霸動畫轉盤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 / 註冊介面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排行榜顯示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下注金額控制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2D5A2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743200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後端 (Backend)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路由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業務邏輯處理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玩家帳號驗證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隨機抽獎運算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743200" cy="4023360"/>
          </a:xfrm>
          <a:prstGeom prst="rect">
            <a:avLst/>
          </a:prstGeom>
          <a:solidFill>
            <a:srgbClr val="5A2D2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68680"/>
            <a:ext cx="2743200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🗃️  資料庫 (Database)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玩家資料表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拉霸機選項表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餘額即時更新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盈餘自動計算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71800" y="2880360"/>
            <a:ext cx="36576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017"/>
                </a:solidFill>
              </a:rPr>
              <a:t>⇄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897880" y="2880360"/>
            <a:ext cx="36576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017"/>
                </a:solidFill>
              </a:rPr>
              <a:t>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5176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HTTP / REST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sqlite3 模組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拉霸機資料庫：常見設計方式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777240"/>
            <a:ext cx="41148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777240"/>
            <a:ext cx="411480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傳統賭場設計方式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多張資料表分開設計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 / reels / paylines / pay_combos 各自獨立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固定賠付線 (Payline)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水平、斜線、Z字型等指定連線才算中獎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688336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8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加權亂數 (RNG)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每個位置有獨立的加權機率池，模擬物理轉輪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346704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交易記錄 Log 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每一局都記錄 session_id、時間戳、輸贏金額以利稽核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005072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設計複雜度高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符合博弈監管要求，可驗證公平性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41148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777240"/>
            <a:ext cx="411480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777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本專案設計方式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1371600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僅 2 張資料表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拉霸機選項 + 玩家資料表，結構簡單清晰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029968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散件疊加機制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無需賠付線！出現即得獎，依數量給不同獎金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2688336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6883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RANDOM()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內建隨機排序，直接取前3筆為結果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3346704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前端計算盈餘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玩家盈餘 = 剩餘金額 − 10000，在前端即時計算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4005072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輕量化易部署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無額外 Log 表，適合課程展示與快速開發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資料庫結構設計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🎰  拉霸機選項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81912" y="12344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89504" y="12344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3931920" cy="374904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00200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物件ID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81912" y="16002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CHAR(10)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70632" y="160020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75104"/>
            <a:ext cx="3931920" cy="374904"/>
          </a:xfrm>
          <a:prstGeom prst="rect">
            <a:avLst/>
          </a:prstGeom>
          <a:solidFill>
            <a:srgbClr val="1A1F2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75104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物件名稱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81912" y="19751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70632" y="1975104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蘋果、嘉年華...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50008"/>
            <a:ext cx="3931920" cy="374904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50008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數量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81912" y="23500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70632" y="2350008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輪盤中出現的籤數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24912"/>
            <a:ext cx="3931920" cy="374904"/>
          </a:xfrm>
          <a:prstGeom prst="rect">
            <a:avLst/>
          </a:prstGeom>
          <a:solidFill>
            <a:srgbClr val="1A1F2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24912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機率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81912" y="272491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70632" y="2724912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單軸機率 (%)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99816"/>
            <a:ext cx="3931920" cy="374904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99816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81912" y="309981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70632" y="3099816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出現1個的獎金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474720"/>
            <a:ext cx="3931920" cy="374904"/>
          </a:xfrm>
          <a:prstGeom prst="rect">
            <a:avLst/>
          </a:prstGeom>
          <a:solidFill>
            <a:srgbClr val="1A1F2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74720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81912" y="347472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70632" y="347472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出現2個的獎金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849624"/>
            <a:ext cx="3931920" cy="374904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849624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jakapot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81912" y="384962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70632" y="3849624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出現3個的獎金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77724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19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玩家資料表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937760" y="1234440"/>
            <a:ext cx="393192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12344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欄位名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45352" y="12344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52944" y="123444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E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37760" y="1600200"/>
            <a:ext cx="3931920" cy="374904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1600200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E6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玩家ID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45352" y="16002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CHAR(20)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34072" y="160020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37760" y="1975104"/>
            <a:ext cx="3931920" cy="374904"/>
          </a:xfrm>
          <a:prstGeom prst="rect">
            <a:avLst/>
          </a:prstGeom>
          <a:solidFill>
            <a:srgbClr val="1A1F2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1975104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玩家名稱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45352" y="197510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34072" y="1975104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顯示用名稱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37760" y="2350008"/>
            <a:ext cx="3931920" cy="374904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2350008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帳號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45352" y="235000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34072" y="2350008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37760" y="2724912"/>
            <a:ext cx="3931920" cy="374904"/>
          </a:xfrm>
          <a:prstGeom prst="rect">
            <a:avLst/>
          </a:prstGeom>
          <a:solidFill>
            <a:srgbClr val="1A1F2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3480" y="2724912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密碼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45352" y="272491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34072" y="2724912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登入密碼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937760" y="3099816"/>
            <a:ext cx="3931920" cy="374904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83480" y="3099816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剩餘金額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45352" y="309981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34072" y="3099816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 10,000 元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37760" y="3474720"/>
            <a:ext cx="3931920" cy="374904"/>
          </a:xfrm>
          <a:prstGeom prst="rect">
            <a:avLst/>
          </a:prstGeom>
          <a:solidFill>
            <a:srgbClr val="1A1F2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83480" y="3474720"/>
            <a:ext cx="1261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盈餘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245352" y="347472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434072" y="3474720"/>
            <a:ext cx="1371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前端計算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206240" y="2514600"/>
            <a:ext cx="731520" cy="0"/>
          </a:xfrm>
          <a:prstGeom prst="line">
            <a:avLst/>
          </a:prstGeom>
          <a:noFill/>
          <a:ln w="19050">
            <a:solidFill>
              <a:srgbClr val="A0A0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6052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各自獨立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(無 FK)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期望值分析 (Expected Value)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每次下注 100 元，平均可以拿回多少？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36576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36576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抽獎機制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拉霸機選項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RANDOM() LIMIT 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10 種符號中隨機取 3 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（不重複抽樣）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每種符號最多出現 1 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49377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0" y="1005840"/>
            <a:ext cx="493776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0058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各符號 win1 獎金 (出現1次)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1389888"/>
            <a:ext cx="493776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3898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389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數量(10種中)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13898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1737360"/>
            <a:ext cx="4937760" cy="384048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737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🍎🍌🏎️💰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2121408"/>
            <a:ext cx="4937760" cy="384048"/>
          </a:xfrm>
          <a:prstGeom prst="rect">
            <a:avLst/>
          </a:prstGeom>
          <a:solidFill>
            <a:srgbClr val="1A1F2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1214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121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🦄🏰🚁🎈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121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2505456"/>
            <a:ext cx="4937760" cy="384048"/>
          </a:xfrm>
          <a:prstGeom prst="rect">
            <a:avLst/>
          </a:prstGeom>
          <a:solidFill>
            <a:srgbClr val="1C2533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25054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高階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25054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🎡⭐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25054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2505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元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017520"/>
            <a:ext cx="8778240" cy="1874520"/>
          </a:xfrm>
          <a:prstGeom prst="rect">
            <a:avLst/>
          </a:prstGeom>
          <a:solidFill>
            <a:srgbClr val="1A1230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017520"/>
            <a:ext cx="8778240" cy="384048"/>
          </a:xfrm>
          <a:prstGeom prst="rect">
            <a:avLst/>
          </a:prstGeom>
          <a:solidFill>
            <a:srgbClr val="5A3E9A"/>
          </a:solidFill>
          <a:ln w="12700">
            <a:solidFill>
              <a:srgbClr val="5A3E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0175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期望值計算過程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3456432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</a:rPr>
              <a:t>每局選出 3 種符號，每種各得 win1 一次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E[平均 win1] = (4×10 + 4×20 + 2×30) ÷ 10 = 180÷10 = 18 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E[每局期望獎金] = 3 種符號 × 18 元 = 54 元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32120" y="3456432"/>
            <a:ext cx="1554480" cy="621792"/>
          </a:xfrm>
          <a:prstGeom prst="rect">
            <a:avLst/>
          </a:prstGeom>
          <a:solidFill>
            <a:srgbClr val="2A2040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 元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3212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期望獎金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3456432"/>
            <a:ext cx="1554480" cy="621792"/>
          </a:xfrm>
          <a:prstGeom prst="rect">
            <a:avLst/>
          </a:prstGeom>
          <a:solidFill>
            <a:srgbClr val="2A20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元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2376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投入成本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32120" y="4142232"/>
            <a:ext cx="1554480" cy="621792"/>
          </a:xfrm>
          <a:prstGeom prst="rect">
            <a:avLst/>
          </a:prstGeom>
          <a:solidFill>
            <a:srgbClr val="2A2040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32120" y="4489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 RTP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4142232"/>
            <a:ext cx="1554480" cy="621792"/>
          </a:xfrm>
          <a:prstGeom prst="rect">
            <a:avLst/>
          </a:prstGeom>
          <a:solidFill>
            <a:srgbClr val="2A2040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4160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23760" y="44897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莊家優勢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核心功能一覽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2788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777240"/>
            <a:ext cx="27889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581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 / 註冊系統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帳號重複防呆、自動跳轉遊戲頁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777240"/>
            <a:ext cx="2788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777240"/>
            <a:ext cx="27889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914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🎰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64408" y="1581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拉霸動畫轉盤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輪 CSS 動畫，依序停止呈現結果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777240"/>
            <a:ext cx="2788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777240"/>
            <a:ext cx="278892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9144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💵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08776" y="1581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即時餘額管理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1965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下注前扣款，中獎後加回，DB 即時同步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926080"/>
            <a:ext cx="2788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805A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26080"/>
            <a:ext cx="2788920" cy="54864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20040" y="3730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自動拉霸模式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4114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一鍵連續轉動，餘額不足自動停止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2926080"/>
            <a:ext cx="2788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2926080"/>
            <a:ext cx="278892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264408" y="3730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玩家排行榜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64408" y="4114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依盈餘排序，前5名即時顯示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17336" y="2926080"/>
            <a:ext cx="2788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19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2926080"/>
            <a:ext cx="2788920" cy="54864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📥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208776" y="37307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9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自訂下注金額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08776" y="4114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可手動輸入或按鈕調整，最低 100 元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🎰  LIVE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5029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演示流程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啟動伺服器：node app.js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開啟瀏覽器 → 登入 / 註冊帳號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手動拉霸 → 觀察餘額即時變化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切換自動模式 → 快速連轉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開啟排行榜 → 查看盈虧排名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234440"/>
            <a:ext cx="3383280" cy="2743200"/>
          </a:xfrm>
          <a:prstGeom prst="rect">
            <a:avLst/>
          </a:prstGeom>
          <a:solidFill>
            <a:srgbClr val="1A1230"/>
          </a:solidFill>
          <a:ln w="12700">
            <a:solidFill>
              <a:srgbClr val="805A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12344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5A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❓  Q &amp;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感謝聆聽！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歡迎老師提問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46227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+ SQLite  ｜  散件疊加拉霸機  ｜  RTP 54%  ｜  玩家排行榜  ｜  自動拉霸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拉霸機資料庫期末報告</dc:title>
  <dc:subject>PptxGenJS Presentation</dc:subject>
  <dc:creator>PptxGenJS</dc:creator>
  <cp:lastModifiedBy>PptxGenJS</cp:lastModifiedBy>
  <cp:revision>1</cp:revision>
  <dcterms:created xsi:type="dcterms:W3CDTF">2026-06-07T06:01:58Z</dcterms:created>
  <dcterms:modified xsi:type="dcterms:W3CDTF">2026-06-07T06:01:58Z</dcterms:modified>
</cp:coreProperties>
</file>